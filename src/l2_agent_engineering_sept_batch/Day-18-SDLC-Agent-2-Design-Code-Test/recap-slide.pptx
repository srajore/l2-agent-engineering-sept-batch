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17 recap → Day 18 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246120"/>
          </a:xfrm>
          <a:prstGeom prst="roundRect">
            <a:avLst>
              <a:gd name="adj" fmla="val 2817"/>
            </a:avLst>
          </a:prstGeom>
          <a:solidFill>
            <a:srgbClr val="E4F1EE"/>
          </a:solidFill>
          <a:ln w="12700">
            <a:solidFill>
              <a:srgbClr val="E4F1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17: Requirements → Design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· Rules and Skills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instructions that load by folder or file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reusable procedures run with a slash command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Agent 1: stories, criteria, a human gate, then a design (text only)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it by testing, not by reading code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246120"/>
          </a:xfrm>
          <a:prstGeom prst="roundRect">
            <a:avLst>
              <a:gd name="adj" fmla="val 2817"/>
            </a:avLst>
          </a:prstGeom>
          <a:solidFill>
            <a:srgbClr val="FDEBD9"/>
          </a:solidFill>
          <a:ln w="12700">
            <a:solidFill>
              <a:srgbClr val="FDEB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3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18: Design → Code → Test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· Revise, then add Hooks and Subagents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87452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rules and skills, with a quick re-test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 2 with Claude Code: tests first, then code, run in a safe subprocess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Hooks: rules that are enforced and can block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Subagents: a read-only reviewer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on purpose, then accept or reject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both days: specify, review the plan, test, accept or reject with evidence.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2026-10-06T08:14:52Z</dcterms:created>
  <dcterms:modified xsi:type="dcterms:W3CDTF">2026-10-06T08:14:52Z</dcterms:modified>
</cp:coreProperties>
</file>