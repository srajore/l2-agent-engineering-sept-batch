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0000"/>
            <a:ext cx="82296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mbria"/>
              </a:rPr>
              <a:t>CLAUDE.md vs Rules vs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0000"/>
            <a:ext cx="8229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Calibri"/>
              </a:rPr>
              <a:t>Three ways to give Claude Code instructions. All three are guidance; only hooks enforce.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00000"/>
          <a:ext cx="8229600" cy="3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00"/>
                <a:gridCol w="2300000"/>
                <a:gridCol w="2450000"/>
                <a:gridCol w="2329600"/>
              </a:tblGrid>
              <a:tr h="4625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30000" marB="30000">
                    <a:solidFill>
                      <a:srgbClr val="37415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CLAUDE.md</a:t>
                      </a:r>
                    </a:p>
                  </a:txBody>
                  <a:tcPr marT="30000" marB="30000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Rules</a:t>
                      </a:r>
                    </a:p>
                  </a:txBody>
                  <a:tcPr marT="30000" marB="30000">
                    <a:solidFill>
                      <a:srgbClr val="B4530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Skills</a:t>
                      </a:r>
                    </a:p>
                  </a:txBody>
                  <a:tcPr marT="30000" marB="30000">
                    <a:solidFill>
                      <a:srgbClr val="1D4ED8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One project instruction file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Small markdown files, one topic each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Reusable procedure with steps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Project root (CLAUDE.md)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.claude\rules\*.md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.claude\skills\&lt;name&gt;\SKILL.md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When it loads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Every session, always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Always, or only when matching files are used (paths: header)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On demand, when you or Claude call it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How you use it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Automatic, nothing to type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Automatic, nothing to type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Type /name (+ $ARGUMENTS)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Project overview, commands, global conventions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Folder/file-specific standards (e.g. every agent file starts with # AGENT FILE)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Repeatable tasks (e.g. /accept-check on an agent file)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Context cost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Always in context, so keep it short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Scoped rules cost nothing until needed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Only paid when invoked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  <a:tr h="4625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Enforced?</a:t>
                      </a:r>
                    </a:p>
                  </a:txBody>
                  <a:tcPr marT="30000" marB="30000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No, guidance</a:t>
                      </a:r>
                    </a:p>
                  </a:txBody>
                  <a:tcPr marT="30000" marB="30000">
                    <a:solidFill>
                      <a:srgbClr val="E4F1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No, guidance</a:t>
                      </a:r>
                    </a:p>
                  </a:txBody>
                  <a:tcPr marT="30000" marB="30000">
                    <a:solidFill>
                      <a:srgbClr val="FDEB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No, but it is a fixed checklist</a:t>
                      </a:r>
                    </a:p>
                  </a:txBody>
                  <a:tcPr marT="30000" marB="30000">
                    <a:solidFill>
                      <a:srgbClr val="E3EC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80000"/>
            <a:ext cx="8229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Rule of thumb: CLAUDE.md = what the project is · Rules = how files must look · Skills = a job you run on demand. Need a guarantee? Use a hook.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