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row to jump straight to that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reads a two-node workflow that calls a tool and formats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../Day-04-Routing-Control-Flow/slides.pptx" TargetMode="External"/><Relationship Id="rId2" Type="http://schemas.openxmlformats.org/officeDocument/2006/relationships/slide" Target="slide2.xml"/><Relationship Id="rId3" Type="http://schemas.openxmlformats.org/officeDocument/2006/relationships/hyperlink" Target="../Day-06-Workflow-To-Agent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slide" Target="slide2.xml"/><Relationship Id="rId3" Type="http://schemas.openxmlformats.org/officeDocument/2006/relationships/hyperlink" Target="../Day-06-Workflow-To-Agent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85800"/>
            <a:ext cx="1188720" cy="41148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85800"/>
            <a:ext cx="548640" cy="10515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97280"/>
            <a:ext cx="685800" cy="12344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1737360"/>
            <a:ext cx="1051560" cy="5943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2331720"/>
            <a:ext cx="914400" cy="5486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292840" y="1737360"/>
            <a:ext cx="137160" cy="114300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 THE FRAMEWORK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Integration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is just a Python function your graph calls by name.</a:t>
            </a:r>
            <a:endParaRPr lang="en-US" sz="1500" dirty="0"/>
          </a:p>
        </p:txBody>
      </p:sp>
      <p:sp>
        <p:nvSpPr>
          <p:cNvPr id="17" name="Text 15">
            <a:hlinkClick r:id="rId1" tooltip=""/>
          </p:cNvPr>
          <p:cNvSpPr txBox="1"/>
          <p:nvPr/>
        </p:nvSpPr>
        <p:spPr>
          <a:xfrm>
            <a:off x="64008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Day 4</a:t>
            </a:r>
            <a:endParaRPr lang="en-US" sz="1100" dirty="0"/>
          </a:p>
        </p:txBody>
      </p:sp>
      <p:sp>
        <p:nvSpPr>
          <p:cNvPr id="18" name="Text 16">
            <a:hlinkClick r:id="rId2" tooltip="" action="ppaction://hlinksldjump"/>
          </p:cNvPr>
          <p:cNvSpPr txBox="1"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9" name="Text 17">
            <a:hlinkClick r:id="rId3" tooltip=""/>
          </p:cNvPr>
          <p:cNvSpPr txBox="1"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6  →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Day-05-Tool-Integration\example.py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 txBox="1"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 txBox="1"/>
          <p:nvPr/>
        </p:nvSpPr>
        <p:spPr>
          <a:xfrm>
            <a:off x="699516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Concepts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 txBox="1"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It's Built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699516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 txBox="1"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 txBox="1"/>
          <p:nvPr/>
        </p:nvSpPr>
        <p:spPr>
          <a:xfrm>
            <a:off x="699516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 txBox="1"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  ·  TOOL INTEGRATION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 your graphs have only done text and arithmetic directly inside node functions. Today introduces the idea of a "tool" — without any mystery. A tool is simply a plain Python function that your workflow calls by name. For now the developer decides exactly when the tool runs; the model isn't involved. This sets up Day 6, where a model chooses between actions for the first time.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  ·  TOOL INTEGRATION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1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tool is just a Python function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calculate_total(price, quantity) multiplies two numbers — nothing more exotic. Calling it a "tool" signals it's a named capability a workflow (and later an agent) can call; the function itself stays ordinary, testable Python.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the workflow uses it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node reads price and quantity, calls the tool, and returns just the new total — it doesn't need to copy every existing field. The second node reads total and formats a sentence, keeping calculation and explanation cleanly separate.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  ·  TOOL INTEGRATION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2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 and tracing the graph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steps as always: create a StateGraph, add both nodes, add the fixed edges, compile. Every edge is fixed, so START -&gt; use_tool -&gt; answer -&gt; END is the only path — trace it by hand: price 25, quantity 3, total 75.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Still a workflow, not an agent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here is fixed before the program runs. Tool use alone does not make a system an agent — what makes Day 6 different is a model, not a rule, choosing which permitted action to take next.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  ·  TOOL INTEGRATION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988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3031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>
            <a:off x="5875020" y="3131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5792724" y="4174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4274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5792724" y="5317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5728716" y="1842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69180" y="2171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848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36592" y="2848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use_tool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3991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36592" y="3991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28716" y="5271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69180" y="5600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-&gt; use_tool -&gt; answer -&gt; END is the only possible path — nothing about the input changes which nodes run.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  ·  TOOL INTEGRATION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5: call a plain Python function from a graph node."""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from langgraph.graph import END, START, StateGraph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# This normal Python function is our tool.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def calculate_total(price, quantity):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    return price * quantity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def use_tool(state):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    total = calculate_total(state["price"], state["quantity"])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    return {"total": total}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def create_answer(state):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    return {"answer": f"The total price is {state['total']}."}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graph_builder = StateGraph(dict)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graph_builder.add_node("use_tool", use_tool)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graph_builder.add_node("answer", create_answer)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graph_builder.add_edge(START, "use_tool")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graph_builder.add_edge("use_tool", "answer")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graph_builder.add_edge("answer", END)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graph = graph_builder.compile()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 result = graph.invoke({"price": 25, "quantity": 3})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 print(result["answer"])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53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the tool call happens at a fixed point in a fixed graph, every time.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  ·  TOOL INTEGRATION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to draw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-&gt; use_tool -&gt; answer -&gt; 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description at the top of the file.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use_tool, create_answer, and the tool calculate_total.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edges from START to END.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printed result before running.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decides when the tool runs? The developer — at a fixed point in a fixed graph, every time.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Day-05-Tool-Integration\example.py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  ·  TOOL INTEGRATION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example.py and explain how the result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example.py.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new route or output, then run again to confirm.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what changed, what happened, why.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Ollama call — this session is intentionally deterministic.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05  ·  TOOL INTEGRATION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successfully on your machine.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tool, both nodes, the fixed path, input, and output.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why this is a workflow and not an agent.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changed price or quantity, prediction first.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5 README</a:t>
            </a:r>
            <a:endParaRPr lang="en-US" sz="1150" dirty="0"/>
          </a:p>
        </p:txBody>
      </p:sp>
      <p:sp>
        <p:nvSpPr>
          <p:cNvPr id="7" name="Text 5">
            <a:hlinkClick r:id="rId2" tooltip="" action="ppaction://hlinksldjump"/>
          </p:cNvPr>
          <p:cNvSpPr txBox="1"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D9932B"/>
          </a:solidFill>
          <a:ln/>
        </p:spPr>
      </p:sp>
      <p:sp>
        <p:nvSpPr>
          <p:cNvPr id="9" name="Text 7">
            <a:hlinkClick r:id="rId3" tooltip=""/>
          </p:cNvPr>
          <p:cNvSpPr txBox="1"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6 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L2 Agent Engineering</dc:creator>
  <cp:lastModifiedBy>L2 Agent Engineering</cp:lastModifiedBy>
  <cp:revision>1</cp:revision>
  <dcterms:created xsi:type="dcterms:W3CDTF">2026-09-07T10:04:29Z</dcterms:created>
  <dcterms:modified xsi:type="dcterms:W3CDTF">2026-09-07T10:04:29Z</dcterms:modified>
</cp:coreProperties>
</file>