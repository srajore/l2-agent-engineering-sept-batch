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read and write a conditional edge with fixed, rule-based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../Day-03-LangGraph-Core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05-Tool-Integration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05-Tool-Integration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THE FRAMEWORK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 &amp; Control Flow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decides a route; a conditional edge sends state to it.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3</a:t>
            </a:r>
            <a:endParaRPr lang="en-US" sz="1100" dirty="0"/>
          </a:p>
        </p:txBody>
      </p:sp>
      <p:sp>
        <p:nvSpPr>
          <p:cNvPr id="18" name="Text 16">
            <a:hlinkClick r:id="rId2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9" name="Text 17">
            <a:hlinkClick r:id="rId3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5 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Day-04-Routing-Control-Flow\example.py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Control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gave you one straight path, but real requests don't all deserve the same treatment: routine work, high-impact requests, temporary failures, and invalid requests all need different handling. Today you pull that decision out into an explicit routing step — one node decides which route applies, and a conditional edge sends execution to the matching node.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one path isn't enough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graph is fine when the next step is unconditional, but real workflows need different lanes: routine tickets, high-impact requests needing approval, temporary failures worth retrying, invalid requests that should fail cleanly. Make that branching explicit in the graph, not hidden in one large function.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3217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9676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96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87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Separating assessment from routing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7108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assess-style node writes a route decision into state; a router function validates it and returns the destination label. Start with deterministic, rule-based routing — clear checks evaluated in order, since the first matching rule wins.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9333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75792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57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48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 is a route, not an action — yet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3224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can mark a request "approval required" without actually pausing yet. Don't treat that string as if approval happened — real human-in-the-loop execution is Day 8's topic.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Retries are bounded loops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retry updates an attempts counter and routes back to assessment only while attempts remain under a maximum. Every loop needs a bound like this, or it silently burns time and money while hiding the real failure.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Convergence and tracing the path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branches can feed into one shared summary node. Appending each node's name to a trace list lets you assert on the actual path taken, not just the final message — test every important path, since an untested branch is a blind spot.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988820"/>
            <a:ext cx="9144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3031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3394710" y="3131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4715501">
            <a:off x="331241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3131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6884499">
            <a:off x="8273034" y="4174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3394710" y="4274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884499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1" name="Shape 9"/>
          <p:cNvSpPr/>
          <p:nvPr/>
        </p:nvSpPr>
        <p:spPr>
          <a:xfrm flipH="1">
            <a:off x="5875020" y="4274820"/>
            <a:ext cx="2480310" cy="11430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4715501">
            <a:off x="5792724" y="53172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3" name="Shape 11"/>
          <p:cNvSpPr/>
          <p:nvPr/>
        </p:nvSpPr>
        <p:spPr>
          <a:xfrm>
            <a:off x="5728716" y="1842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69180" y="2171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848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6592" y="2848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choose_route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18313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25628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3750" y="39913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216902" y="39913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28716" y="52715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69180" y="56007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add_conditional_edges sends execution to whichever route name the router function returns.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4: send a request to one of two graph paths."""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from langgraph.graph import END, START, StateGraph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def choose_route(state):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    if "password" in state["request"].lower():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        return {"route": "account"}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    return {"route": "general"}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def next_node(state):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   return state["route"]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def account_help(state):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   return {"answer": "Open the password reset page."}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def general_help(state):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    return {"answer": "A support engineer will review the request."}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graph_builder = StateGraph(dict)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graph_builder.add_node("choose_route", choose_route)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graph_builder.add_node("account", account_help)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graph_builder.add_node("general", general_help)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graph_builder.add_edge(START, "choose_route")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graph_builder.add_conditional_edges("choose_route", next_node)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graph_builder.add_edge("account", END)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 graph_builder.add_edge("general", END)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 graph = graph_builder.compile()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 result = graph.invoke({"request": "I forgot my password"})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 print(result["answer"])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the developer writes both the routing rule and each destination.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choose_route -&gt; account or general -&gt; 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description at the top of the file.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choose_route, next_node, account_help, general_help.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edges, noting add_conditional_edges.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printed result before running.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chooses the route? Developer-written code, from a fixed set of routes — no model involved yet.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Day-04-Routing-Control-Flow\example.py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route or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Ollama call — this session is intentionally deterministic.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04  ·  ROUTING &amp; CONTROL FLOW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successfully on your machine.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state, all four nodes, and the conditional edge.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who controls the next step (fixed rules, fixed routes).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tried both a password and a general request.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4 README</a:t>
            </a:r>
            <a:endParaRPr lang="en-US" sz="1150" dirty="0"/>
          </a:p>
        </p:txBody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5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2026-09-07T10:04:29Z</dcterms:created>
  <dcterms:modified xsi:type="dcterms:W3CDTF">2026-09-07T10:04:29Z</dcterms:modified>
</cp:coreProperties>
</file>