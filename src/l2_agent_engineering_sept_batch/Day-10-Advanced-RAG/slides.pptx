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rewrites a question into knowledge-base vocabulary before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rewrites a question into knowledge-base vocabulary before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rewrites a question into knowledge-base vocabulary before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rewrites a question into knowledge-base vocabulary before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rewrites a question into knowledge-base vocabulary before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rewrites a question into knowledge-base vocabulary before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rewrites a question into knowledge-base vocabulary before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rewrites a question into knowledge-base vocabulary before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rewrites a question into knowledge-base vocabulary before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rewrites a question into knowledge-base vocabulary before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../Day-09-RAG-Engineering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11-Agentic-Patterns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slide" Target="slide2.xml"/><Relationship Id="rId3" Type="http://schemas.openxmlformats.org/officeDocument/2006/relationships/hyperlink" Target="../Day-11-Agentic-Patterns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IT CAPABLE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 RAG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source can still be missed if the wording doesn't match.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9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11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Day-10-Advanced-RAG\example.py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RAG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10  ·  ADVANCED RAG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showed retrieval can miss a good source simply from vocabulary mismatch. Today closes that gap, and is about being honest when you claim retrieval got "better": measure a baseline, change exactly one component, and compare — because "better" only means something once it's tied to a defined test.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10  ·  ADVANCED 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Rewriting while preserving intent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rewrite step replaces a known phrase with the knowledge base's own term, but the original question is kept alongside the rewritten query — rewriting aids retrieval, it doesn't change what the user asked.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3217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9676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96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987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Measuring improvement with labeled cases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7108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questions with an expected source ID, count a baseline, then compare after one change using the same labeled cases. Keeping data and labels unchanged is what makes the comparison fair.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9333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75792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757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648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Multi-query, with a cost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32248"/>
            <a:ext cx="99669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 few phrasings and merging unique results extends recall, but isn't free — extra searches add latency and cost, and can pull in irrelevant candidates.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10  ·  ADVANCED RAG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Filtering, ranking, and packing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filters (permission, tenant) apply first as security, not ranking hints. A size budget (packing) differs from a count limit (top_k) — pack labelled results one at a time until the budget would be exceeded.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Validating citations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cited source ID should be checked against what was actually retrieved — this confirms membership, not that every claim is fully supported, but it's a useful, limited safety check.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10  ·  ADVANCED RAG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8745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26883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27889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36027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7033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45171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875020" y="46177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792724" y="54315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>
            <a:off x="5728716" y="17282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91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25054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rewrite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4198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34198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43342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36592" y="43342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28716" y="53858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69180" y="5715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rewrite step runs before retrieval — vocabulary bridging happens first, deterministically.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10  ·  ADVANCED RAG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1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10: rewrite a question before retrieving context."""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from langgraph.graph import END, START, StateGraph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ARTICLES = {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    "password": "Use the self-service password reset page.",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    "vpn": "Reconnect the VPN client before contacting support.",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def rewrite_question(state):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   clearer = state["question"].lower().replace("login code", "password")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   return {"clearer_question": clearer}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def retrieve(state):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   context = "No match"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   for keyword, article in ARTICLES.items():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       if keyword in state["clearer_question"]: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           context = article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    return {"context": context}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10  ·  ADVANCED RAG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  ·  Part 2 of 2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def show_result(state):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    return {"answer": f"Retrieved: {state['context']}"}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graph_builder = StateGraph(dict)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graph_builder.add_node("rewrite", rewrite_question)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 graph_builder.add_node("retrieve", retrieve)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 graph_builder.add_node("show", show_result)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 graph_builder.add_edge(START, "rewrite")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 graph_builder.add_edge("rewrite", "retrieve")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graph_builder.add_edge("retrieve", "show")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 graph_builder.add_edge("show", END)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 graph = graph_builder.compile()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 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 result = graph.invoke({"question": "I forgot my login code"})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 print(result["answer"])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no live model call needed for this session.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10  ·  ADVANCED RAG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rewrite -&gt; retrieve -&gt; show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example.py and find each node.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 from START to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synonym to the rewrite rule and test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 controls both the rewrite rule and the retrieval rule — the model isn't involved in either.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Day-10-Advanced-RAG\example.py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10  ·  ADVANCED RAG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Ollama call — this session is intentionally deterministic.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10  ·  ADVANCED RAG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from the repository root.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why a rewrite step fixes a vocabulary-mismatch miss.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top_k (count) vs. packing (size budget).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one-change assignment ran twice.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10 README</a:t>
            </a:r>
            <a:endParaRPr lang="en-US" sz="1150" dirty="0"/>
          </a:p>
        </p:txBody>
      </p:sp>
      <p:sp>
        <p:nvSpPr>
          <p:cNvPr id="7" name="Text 5">
            <a:hlinkClick r:id="rId2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9" name="Text 7">
            <a:hlinkClick r:id="rId3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11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