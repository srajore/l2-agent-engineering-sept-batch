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../Day-05-Tool-Integration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7-State-Memory-Persistence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7-State-Memory-Persistence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AGENT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Workflow to Agent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— not a rule — chooses the next step for the first time.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5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7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Day-06-Workflow-To-Agent\example.py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Workflow to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Day 5, you built the whole path yourself — every edge was fixed. Today that changes: the graph still defines the only legal choices, but now the model decides which of two allowed paths to take — call a tool, or answer directly. This is the smallest possible "agent": not unlimited freedom, but one bounded decision instead of a path you wrote in advance.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permitted actions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only answer TOOL or ANSWER — a small menu, not open-ended freedom, which makes its behavior easy to understand, test, and reason about.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Calling the course model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decide node sends one prompt to gpt-oss:120b-cloud, asking for exactly one word: TOOL for a password request, ANSWER for anything else.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normalize, and validate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 output can vary in spacing or capitalization, so the code strips and uppercases it, then checks it against the two allowed values — falling back to ANSWER if the model returns anything else.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and the conditional edge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returns {"action": action} into state, so the decision is visible, not hidden. next_node reads that field and returns "tool" or "answer", which LangGraph matches to the two real node names.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decision, then stop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tool branch and the answer branch lead straight to END. The model makes exactly one decision per run — bounded does not mean uncontrolled.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339471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4715501">
            <a:off x="331241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884499">
            <a:off x="827303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339471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884499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 flipH="1">
            <a:off x="587502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4715501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D99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77740" y="34518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CALL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8313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25628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4375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1690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is the first node in the course where the model — not the developer — picks the next branch.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6: the model chooses one permitted next action."""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import ollama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from langgraph.graph import END, START, StateGraph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MODEL = "gpt-oss:120b-cloud"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def decide(state):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prompt = """Choose the next action for this IT request.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Return only TOOL for a password request.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Return only ANSWER for anything else.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Request: """ + state["request"]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response = ollama.chat(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     model=MODEL,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       messages=[{"role": "user", "content": prompt}],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20      )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action = response["message"]["content"].strip().upper()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    if action not in ["TOOL", "ANSWER"]: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        action = "ANSWER"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    return {"action": action}</a:t>
            </a:r>
            <a:endParaRPr lang="en-US" sz="123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def next_node(state):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    return state["action"].lower()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def use_tool(state):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    return {"answer": "Tool result: open the password reset page."}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def answer_directly(state):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    return {"answer": "Direct answer: your request was received."}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 graph_builder = StateGraph(dict)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graph_builder.add_node("decide", decide)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 graph_builder.add_node("tool", use_tool)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 graph_builder.add_node("answer", answer_directly)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 graph_builder.add_edge(START, "decide")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 graph_builder.add_conditional_edges("decide", next_node)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 graph_builder.add_edge("tool", END)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 graph_builder.add_edge("answer", END)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 graph = graph_builder.compile()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 result = graph.invoke({"request": "How do I reset my password?"})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 print(result["answer"])</a:t>
            </a:r>
            <a:endParaRPr lang="en-US" sz="128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Model-backed — the first genuine agent decision in the course.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decide -&gt; tool or answer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 and find each node function.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the action. The graph limits the choice to only tool or answer.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Day-06-Workflow-To-Agent\example.py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92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Ollama running locally with gpt-oss:120b-cloud available.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MODEL = "gpt-oss:120b-cloud" unchanged.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from the repository root.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input, node(s), route taken, and output.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who chooses the action (the model) vs. who limits the choice (the graph).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one-change assignment ran twice.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6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7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