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58" r:id="rId4"/>
    <p:sldId id="259" r:id="rId5"/>
    <p:sldId id="260" r:id="rId6"/>
    <p:sldId id="261" r:id="rId7"/>
    <p:sldId id="262" r:id="rId8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1.xml"/><Relationship Id="rId5" Type="http://schemas.openxmlformats.org/officeDocument/2006/relationships/slide" Target="slides/slide22.xml"/><Relationship Id="rId6" Type="http://schemas.openxmlformats.org/officeDocument/2006/relationships/slide" Target="slides/slide23.xml"/><Relationship Id="rId7" Type="http://schemas.openxmlformats.org/officeDocument/2006/relationships/slide" Target="slides/slide24.xml"/><Relationship Id="rId8" Type="http://schemas.openxmlformats.org/officeDocument/2006/relationships/slide" Target="slides/slide25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halves: Agent 3, then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was built and proven on an earlier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while building Agent 3 and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-p runs one prompt and exits. Nothing can ask permission, so list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ticked row needs proof: an output, a file or a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is where mistakes become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results from testing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for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learners say the difference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compare plan and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then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part of the plan proves gates are Python?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gate is tested alone by asking Claude Code to fake the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and severities vary.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is its own small graph used as ONE step of the 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steps. Learners check them through the handoff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review for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are typed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bugs from building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result: no output from the langchain and import searches.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today: one for Agent 3, one for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Introduce items get the short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Agent 3 and the Agent Chain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review agent, then connects all three agents. You verify gates, handoffs and approvals.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release is a point of no return and a model review is not enough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 3 does, and what it means for agents to hand work to each other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 gates, handoffs and stop rules without reading code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verify and accept or reject Agent 3 and the chain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Agent 3 and the chain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Agent 3, then the chain. You verify and accept.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release needs the strictest checks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is a point of no return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shipped, a defect reaches real users. Every gate is cheaper now than later.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reviewer is inconsistent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kind of code got different severity labels on different runs.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hides risk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weaknesses nobody records become surprises. Write them down as verification debt.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suggests. Plain Python decides whether release is allowed. A person approves.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evidence: same code, two different reviews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ValueError on bad dates: MEDIUM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docstring: 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 HIGH finding: PASS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Released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84632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 (same kind of code)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ValueError on bad dates: HIGH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not checked: MEDIUM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 HIGH finding: FAIL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310896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Blocked by quality gates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good sample comes back Blocked, read the finding and decide whether you agree. Run again if needed. This is not a bug in the build.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3 must do: PR in, release decision out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request: title, description and a diff (lines starting with + are the new code).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its tests passed.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205740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3892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0" y="13716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+ severity (quote the line)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+ verification debt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46888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+ release notes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30175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(4 headings)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5661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4864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after human approval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outputs. Only the last one can say Released.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Finding, gate, approval: three different things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 from the reviewer.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'Bad dates raise ValueError.' Advice with a severity label.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4612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rule that allows or blocks.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'Tests passed' and 'no HIGH finding'. Same result every run.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03504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says yes or no.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read the notes and debt and I approve.'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inform. Gates decide whether release is even allowed. Approval is the final human act.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should see in the Agent 3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64592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7432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1732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417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60604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164592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749040" y="1645920"/>
            <a:ext cx="1143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release_notes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749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64592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17220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16459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2237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92440" y="1645920"/>
            <a:ext cx="6400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09244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61288" y="192024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350008" y="192024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538728" y="1920240"/>
            <a:ext cx="19202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91032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00760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05916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973568" y="1920240"/>
            <a:ext cx="1005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2423160" y="32004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242316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063240" y="2212848"/>
            <a:ext cx="0" cy="96926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3172968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failed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77840" y="32004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55778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 flipH="1">
            <a:off x="6263640" y="2212848"/>
            <a:ext cx="137160" cy="96926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60654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said no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71323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6032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281635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344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491947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76656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702259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works: hook, Agent 3, subagent,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Agent 3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in plan mode; tick the checklist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2; run once with yes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to C8, one gate at a time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Agent 3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and a decision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in plan mode; tick the checklist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4; yes, yes, yes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to D5: stops, handoff log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and a decision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Agent 3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558320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are Python, not model calls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558320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unreadable review counts as a HIGH finding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route that skips the release notes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appear BEFORE the approval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287505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input (title, description, diff) the reviewer quotes from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287505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documentation step with 4 headings, checked by Python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59436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533424"/>
            <a:ext cx="193487" cy="19348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step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66344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26"/>
          <p:cNvSpPr/>
          <p:nvPr/>
        </p:nvSpPr>
        <p:spPr>
          <a:xfrm>
            <a:off x="480060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168" y="3533424"/>
            <a:ext cx="193487" cy="19348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34924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LangChain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40" name="Text 29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lets the model decide whether release is allowed, send it back.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 acceptance tests C1 to C8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three gates, debt, changelog, notes, then Released (or Blocked: see note)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09283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09283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09283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09283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no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09283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09283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the human declined; not Released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47573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47573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47573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47573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run with tests_passed set to False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47573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47573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because tests passed failed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85864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285864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285864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285864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run with the code containing eval(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285864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285864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because of the forbidden call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24154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24154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24154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24154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pretend the review returned a HIGH finding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24154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24154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Blocked; and NO release notes printed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62445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362445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362445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362445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pretend the review is the text hello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362445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362445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unreadable review treated as HIGH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400735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457200" y="400735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143000" y="400735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1234440" y="400735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top of a good run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206240" y="400735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 txBox="1"/>
          <p:nvPr/>
        </p:nvSpPr>
        <p:spPr>
          <a:xfrm>
            <a:off x="4297680" y="400735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PR: &lt;title&gt;; each finding quotes an added line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57200" y="439026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 txBox="1"/>
          <p:nvPr/>
        </p:nvSpPr>
        <p:spPr>
          <a:xfrm>
            <a:off x="457200" y="439026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1143000" y="439026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 txBox="1"/>
          <p:nvPr/>
        </p:nvSpPr>
        <p:spPr>
          <a:xfrm>
            <a:off x="1234440" y="439026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documentation printed before approval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206240" y="439026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 txBox="1"/>
          <p:nvPr/>
        </p:nvSpPr>
        <p:spPr>
          <a:xfrm>
            <a:off x="4297680" y="439026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Parameters, Returns and Example are all there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Agent 3 run looks like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Reviewing PR: Add leave request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findings: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[MEDIUM] Broad except hides errors (line: except:)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[LOW] Missing docstring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tests passed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no HIGH findings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no forbidden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debt: [2 items listed]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Changelog: Added validation for leave requests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notes: Users now get clear feedback when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Documentation: ## Purpose ## Parameters ## Returns ## Example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this release? (yes/no):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Released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0936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reviewed, lines quoted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01168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09360" y="201168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shown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265176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09360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listed, not hidden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2918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09360" y="329184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docs before approval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393192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09360" y="393192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yes releases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why connect the agents at all?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not three scripts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flow into code, code flows into review. No copy and paste between runs.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handoffs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handoff is a step you can see and test. No hidden messages between agents.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stays with you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in each agent and a stop rule between them: one no ends the chain.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talking = one agent's output becomes the next agent's input, through state you can read.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chain is: three agents in one parent graph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371600"/>
            <a:ext cx="850392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 w="15875">
            <a:solidFill>
              <a:srgbClr val="3A4A6B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02920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GRAPH  (shared state, one checkpointer, one thread id)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0292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1488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423160" y="21488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1188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61188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21488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32120" y="21488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72084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release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12140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1012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23036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41908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029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keeps its own approval pause inside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11880" y="39319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611880" y="3931920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early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07408" y="3538728"/>
            <a:ext cx="0" cy="3749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4636008" y="36073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did not finish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travels through a handoff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to Agent 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stories and criteria become the story Agent 2 builds code for.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800600" y="15087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to Agent 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code is packaged as a pull request (title, description, diff) with the tests-passed flag.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200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594360" y="32918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Agent 1 -&gt; Agent 2: 5 stories and a design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Agent 2 -&gt; Agent 3: pull request (25 added lines), tests passed = True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log is your evidence. Exactly two entries, no duplicates.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chain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17904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631472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steps in a parent graph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517904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631472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handoff steps between them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32257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436144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1762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rule after Agent 1 and after Agent 2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32257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436144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1762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state; approvals accept True/False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9809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312724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324081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9809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asks you yes or no at each pause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9809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312724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324081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9809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shared modules; no imports from other days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2" name="Text 23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imports from your other agent files is a send-back: the file must stand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acceptance tests D1 to D5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yes, yes,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Released; output shows stories, then code, then gates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95144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95144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95144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95144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yes, then no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95144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95144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Stopped in Agent 2; no Agent 3 output at all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880360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880360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880360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880360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no at the first question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880360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880360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in Agent 1; nothing from Agents 2 or 3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465576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465576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465576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46557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Handoffs list after D1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465576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465576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entries, no duplicates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050792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4050792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4050792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4050792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Agent 1's stories with Agent 2's code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4050792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4050792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is about the leave request from the stories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bugs to watch for in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log doubled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4 entries instead of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 subgraph returns the state it was given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catches it: D4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message: each handoff must be recorded once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counter not reset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Agent 2 stops almost at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it inherited Agent 1's attempt 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catches it: D1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message: reset the counter at the handoff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find both with tests alone. No code reading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checks for Agent 3 and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Day-19-SDLC-Agent-3-Review-Release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Day-19-...\my_agent3.py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/c:"interrupt" /c:"gpt-oss:120b-cloud" Day-19-...\my_agent3.py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Day-19-...\my_chain.py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/c:"import my_agent" /c:"from my_agent" /c:"import example" Day-19-...\my_chain.py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9612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only the expected new files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596128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(both files)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96128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+ model name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lines found in my_agent3.py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96128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of other files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 in my_chain.py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or reject: the decision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to C8 pass (Agent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to D5 pass (chain)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pass for each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6634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does not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written after a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runs after a no at Agent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log has duplicates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messages that work: name the test, quote what you saw, ask for one fix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C5 failed: release notes were written after the gate blocked. Skip them when blocked.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8404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D2 failed: Agent 3 ran after I said no at Agent 2. The parent must stop.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94360" y="42062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D4 failed: the handoffs list has 4 entries. Record each handoff once.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Everything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Claude Code features working together, headless mode, and the driver's check. Proof they work together, in the last part of class.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.claude setup so far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1325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folder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75564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5720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.claude\settings.local.json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755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7556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and deny rules, if you made them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185416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57200" y="2185416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1854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1854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Days 17 to 19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615184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615184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.claude\rules\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26151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615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always-on and path-scoped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044952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57200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.claude\skills\accept-check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044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&lt;file&gt;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457200" y="3474720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.claude\hooks\guard.py + hook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3474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first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protection of reference files and other days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90448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.claude\agents\agent-reviewer.md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840480" y="39044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(Part 4A)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663440" y="3904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reviewer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438912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built first thing today (Part 2). Its active-day.txt already points to the Day 19 folder.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tests: does it all work together?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/hooks, then list the files under .claude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listed; rules, skill, agent, script and settings present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95144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95144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95144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95144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file named chain.py in today's folder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95144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95144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with the guard's message; no file created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880360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880360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880360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880360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my_agent3.py and my_chain.py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880360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880360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and chain tests pass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465576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465576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465576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46557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on my_agent3.py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465576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465576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050792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4050792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4050792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4050792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subagent you built today to review my_chain.py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4050792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4050792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 ideas; turn one into a test and run it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mode: Claude Code without the chat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launch claude --model nemotron-3-ultra:cloud -y -- -p "/accept-check Day-19-...\my_agent3.py" --allowedTools "Bash,Read"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"..."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prompt, print the answer, exit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4889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64033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264033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4033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--allowedTools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it may use without asking, since nobody can answer a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73202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7320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3202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slash command runs the same skill headlessly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3227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82371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82371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2371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checks and automation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P1: the same PASS table and DECISION line print, then the command returns to the prompt.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driver's check: 13 tasks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sign 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3756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3756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right model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12648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12648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mode; reject a plan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4864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4612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33756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33756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70332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diff; reject a change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3504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12648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12648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9224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allow, deny, trust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1440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MCP server (optional)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4612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333756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33375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370332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rule; explain its limit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3504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612648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6126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9224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run a skill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1440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hook that blocks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24612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333756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33375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370332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read-only subagent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03504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612648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612648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headless with claude -p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57200" y="3858768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548640" y="3986784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54864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914400" y="38587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accept 3 agents + chain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100-minute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gates, approvals; handoffs (introduce)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30552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21992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2199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hook 20m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restart, tests H1 to H4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3904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895344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895344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16m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1 and 2; you run 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77256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68696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68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restart, tests SA1 to SA3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50608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242048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24204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tests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C7, C8, then gates C4 and C5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25m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Day 17-18 agents; Prompts 3 and 4; tests D1 to D4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run (P1) with the accept-check skill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driver's check; two decisions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C3, C6, C9, D5, SA4, H5, H6, P2, the sheets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seen in testing, and the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severity varies run to run: that is the lesson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log doubled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counter not reset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or cross-day imports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piping adds a space to answers; use Command Prompt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D5, H5, H6 and headless P2 (and I5 if you built the subagent)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Finish the 13-task driver's check, with proof for each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Finish the acceptance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Assignment: ask Claude Code to add one more gate (for example a docstring). Write its acceptance test first, then run it. Submit your test, the evidence and a one-line decision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19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is irreversible and model reviews vary, so gates and people decide, not the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reviews, gates, drafts notes and asks approval. The chain links all three with handoffs and stop rules.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checklists, gate tests, chain tests, handoff log, scope checks, two accept or reject decisions.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20 - Evaluation, guardrails and capstone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19 - SDLC Agent 3 and the Agent Chain</dc:title>
  <dc:subject>PptxGenJS Presentation</dc:subject>
  <dc:creator>L2 AI Agent Engineering</dc:creator>
  <cp:lastModifiedBy>L2 AI Agent Engineering</cp:lastModifiedBy>
  <cp:revision>1</cp:revision>
  <dcterms:created xsi:type="dcterms:W3CDTF">2026-10-04T16:53:45Z</dcterms:created>
  <dcterms:modified xsi:type="dcterms:W3CDTF">2026-10-04T16:53:45Z</dcterms:modified>
</cp:coreProperties>
</file>