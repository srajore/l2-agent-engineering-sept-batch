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day: from Day 16 we use an AI coding assistant. The skill is not typing, it is specifying and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repository's own CLAUDE.md on screen. Stress: guidance, not enforcement.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Deny is checked before allow. Use Edit(...) for file paths; Write(...) is not matched.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Shift+Tab cycles modes. Plan mode edits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command is not recognised on a learner's version, use /help.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add servers from sources you trust. Never paste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is in CLAUDE-CODE-CONCEPTS.md.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Three-step loop: you specify, Claude Code drafts, you validate. The agent design stays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real habit that causes broken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mental model. Claude Code is not inside your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abilities. Each one needs your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Participants use Claude Code on an Ollama model. Pre-work: Node.js, Ollama (signed in), the npm install. Plain claude is not connected to Ollama.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in a scratch folder outside the repository. The first accept-or-reject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each one live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human is in two places: approving the plan and reviewing the diff.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example below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learners rewrite the left side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= removed, green = added. Ask the four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this repo's CLAUDE.md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before touching: input, node, edges, printed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learners. Fix install problems first; anyone still blocked finishes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will not write or study the Python. You decide whether what Claude Code built can be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Preview. Every agent has the same safety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it, control it, and learn to specify, review and verify. Your toolbox for building the Day 17-19 agents.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8229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8229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4081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26480" y="17373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7373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3225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26480" y="26517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2369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35661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5661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8308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1752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agenda: Why, What, How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7026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stop typing every line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start specifying, reviewing and verifying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42032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679192" y="155448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25" y="170261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19272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2679192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Code is, and its memory, permissions, context commands and MCP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26864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64024" y="155448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157" y="170261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04104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4764024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install it on Ollama (no subscription), steer it, review its diffs and ask well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711696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848856" y="155448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989" y="1702613"/>
            <a:ext cx="252374" cy="25237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88936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848856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each setting works, then make one safe, verified edit to a LangGraph file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Claude Code concepts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permissions, context commands and MCP. You ask Claude Code to set each one up, then you prove it works.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Memory: CLAUDE.md, the standing instructions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632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CLAUDE.md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0299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project. Shared with the team. Read every session here.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4612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83280" y="150876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24" y="163220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3192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~\.claude\CLAUDE.md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383280" y="20299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you. Applies to every project you open.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35040" y="13716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72200" y="150876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63220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2084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CLAUDE.local.md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172200" y="20299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you, this project only. Not shared.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1546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94360" y="3246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      draft a CLAUDE.md from the 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   open and edit the memory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@README.md a line inside CLAUDE.md pulls that file in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760720" y="31546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943600" y="31546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Guidance, not enforcement. It is usually followed, not always.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Permissions: who may do what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wants to act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0" y="146304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rule matches?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146304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rule matches?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146304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664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395728" y="1828800"/>
            <a:ext cx="5120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681728" y="1828800"/>
            <a:ext cx="5120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4709160" y="15270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67728" y="1828800"/>
            <a:ext cx="42062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949440" y="15270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94760" y="2212848"/>
            <a:ext cx="0" cy="32918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3886200" y="22585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80760" y="2212848"/>
            <a:ext cx="0" cy="329184"/>
          </a:xfrm>
          <a:prstGeom prst="line">
            <a:avLst/>
          </a:prstGeom>
          <a:noFill/>
          <a:ln w="22225">
            <a:solidFill>
              <a:srgbClr val="148F82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172200" y="22585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926080" y="256032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2608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212080" y="2560320"/>
            <a:ext cx="1737360" cy="320040"/>
          </a:xfrm>
          <a:prstGeom prst="roundRect">
            <a:avLst>
              <a:gd name="adj" fmla="val 28571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1208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no prompt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30632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31546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"allow": ["Bash(findstr *)", "Bash(dir *)", "Read"],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"deny":  ["Edit(Day-16-.../example.py)"]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60720" y="306324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43600" y="3063240"/>
            <a:ext cx="2560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.claude\settings.local.json (just you) or settings.json (shared). Rules are ignored until you accept the trust dialog for the folder.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Modes, the trust dialog and /permissions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632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0299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every edit or command.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83280" y="150876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24" y="163220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3192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383280" y="20299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only. Nothing is edited.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72200" y="150876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63220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2084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acceptEdits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172200" y="20299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edits; still asks for commands.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336956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4300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dialog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94360" y="37673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in a folder, Claude Code asks if you trust it. Only trust folders you know.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663440" y="31089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800600" y="324612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44" y="3369564"/>
            <a:ext cx="210312" cy="21031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49240" y="3218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/permissions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4800600" y="37673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and edits allow and deny rules. Your version may list more modes: use /help.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healthy session: context and cost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0" y="13716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7744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fills the context window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/cost  (or /usage)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92240" y="13716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cost so far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28600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/diff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0" y="22860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7744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changes Claude Code made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28600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92240" y="22860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start between tasks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20040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286000" y="32004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37744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 long chat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663440" y="320040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6344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/resume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92240" y="320040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8368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an earlier chat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you accept: /diff shows exactly what changed.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MCP: tools outside your files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4630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0040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file, shareable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146304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claude-docs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documentation tool online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87168" y="1874520"/>
            <a:ext cx="6949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514600" y="15727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30368" y="1874520"/>
            <a:ext cx="6949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5212080" y="1572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651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743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--scope project --transport http claude-docs https://code.claude.com/docs/mcp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list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an MCP server can feed text and tools into your session. Add only servers you trust, keep secrets out of .mcp.json, and review what a project server does before approving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tests you will prove today (selection)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 to quote the rules from CLAUDE.md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quotes real rules from this repo's file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052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22052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052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34440" y="22052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@CODE_GUIDE.md to CLAUDE.md, restart, ask about the model name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052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97680" y="22052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gpt-oss:120b-cloud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7005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27005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7005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34440" y="27005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run findstr on the Day 16 file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7005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297680" y="27005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 permission prompt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1958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31958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1958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234440" y="31958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edit the Day 16 example.py after adding the deny rule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1958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297680" y="31958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Refused; file unchanged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6911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7200" y="36911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6911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234440" y="36911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small edit, then run /diff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6911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297680" y="36911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changed lines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4186428"/>
            <a:ext cx="640080" cy="449580"/>
          </a:xfrm>
          <a:prstGeom prst="roundRect">
            <a:avLst>
              <a:gd name="adj" fmla="val 1016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7200" y="4186428"/>
            <a:ext cx="6400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4186428"/>
            <a:ext cx="3017520" cy="449580"/>
          </a:xfrm>
          <a:prstGeom prst="roundRect">
            <a:avLst>
              <a:gd name="adj" fmla="val 1016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234440" y="4186428"/>
            <a:ext cx="283464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use the claude-docs server to explain a hook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4186428"/>
            <a:ext cx="4480560" cy="449580"/>
          </a:xfrm>
          <a:prstGeom prst="roundRect">
            <a:avLst>
              <a:gd name="adj" fmla="val 1016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297680" y="4186428"/>
            <a:ext cx="4297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comes from the docs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The safe-edit lab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Specify, plan, review the diff and run old and new behaviour. Then add the deny rule from Part 1.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learn Claude Code at all?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17320" y="169164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453" y="183977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specify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context, constraints, how to verify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944368" y="251460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246120" y="155448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06240" y="169164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73" y="183977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3756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drafts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files, plans, edits, runs commands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33288" y="251460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035040" y="155448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95160" y="169164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93" y="18397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12648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review + verify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21792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diff, run it, test old and new behavior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writes fast. It can also be confidently wrong. Your value is knowing what to ask for and proving the result is right.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 without discipline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67792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527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 diff you did not read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075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touch other files, add libraries, or delete the VPN branch.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00600" y="1554480"/>
            <a:ext cx="457200" cy="4572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67792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1527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vaguely: 'make it better'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00600" y="2075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request makes a wide, unreviewable change.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327812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Believing 'done, tests pass'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94360" y="36758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can say that without running anything. Run it yourself.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66344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00600" y="3154680"/>
            <a:ext cx="457200" cy="4572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327812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34924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secrets into the chat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4800600" y="36758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belong in your environment, never in prompts or files.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roles: the builder and the product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example.py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(your file)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Ollama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agent later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78608" y="2103120"/>
            <a:ext cx="786384" cy="0"/>
          </a:xfrm>
          <a:prstGeom prst="line">
            <a:avLst/>
          </a:prstGeom>
          <a:noFill/>
          <a:ln w="22225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06040" y="19842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04688" y="2103120"/>
            <a:ext cx="786384" cy="0"/>
          </a:xfrm>
          <a:prstGeom prst="line">
            <a:avLst/>
          </a:prstGeom>
          <a:noFill/>
          <a:ln w="22225">
            <a:solidFill>
              <a:srgbClr val="5B667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5532120" y="19842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3186684"/>
            <a:ext cx="210312" cy="2103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143000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Builder: Claude Code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94360" y="3584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folder, proposes plans, edits files, runs commands. It needs your permission and your review.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3186684"/>
            <a:ext cx="210312" cy="21031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349240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your LangGraph file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800600" y="3584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 and LangGraph run it. The model inside it is Ollama gpt-oss:120b-cloud, not Claude Code.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 for you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164592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133" y="179405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files you point at with @file or that it finds itself.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42032" y="14630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27832" y="164592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965" y="17940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42032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2679192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steps first in plan mode. Nothing is edited yet.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26864" y="14630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312664" y="164592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797" y="179405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626864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4764024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files and shows a diff for you to accept or reject.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711696" y="146304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397496" y="164592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629" y="1794053"/>
            <a:ext cx="252374" cy="25237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11696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848856" y="27889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commands such as uv run python ... and shows output.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and connect: no Claude subscription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54530" cy="109728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50876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37944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installer (no Node.js), or npm if you have 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417320"/>
            <a:ext cx="1954530" cy="109728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40330" y="150876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4033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837944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--version prints a version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417320"/>
            <a:ext cx="1954530" cy="109728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32020" y="150876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3202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837944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 gemma4:cloud answers; leave with /bye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417320"/>
            <a:ext cx="1954530" cy="109728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23710" y="150876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2371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837944"/>
            <a:ext cx="17716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launch claude starts Claude Code on Ollama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6974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2788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https://claude.ai/install.cmd -o install.cmd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&amp;&amp; install.cmd &amp;&amp; del install.cmd      (no Node.js)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   (or npm)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run gemma4:cloud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launch claude --model gemma4:cloud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760720" y="26974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0" y="2697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sign in with a Claude account? Close it and start with ollama launch claude. Never create a Claude account for this course.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Claude model: expect less careful answers. That is why we verify and accept.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test: Hello World, then check it yourself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4630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%USERPROFILE%\claude-hello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%USERPROFILE%\claude-hello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launch claude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0175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index.html file in the current folder.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should have heading as Hello World with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 background color. Finally save this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into the workspace.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137160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15000" y="150876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163220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26364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0" y="20299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in a browser. Hello World heading and yellow background? Then accept.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577840" y="301752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15000" y="315468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327812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(optional)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367588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'Claude Code for VS Code'. If it asks for a Claude sign-in, stop and ask your trainer.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controls you need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417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94560" y="141732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3172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command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94560" y="187452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31720" y="18745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CLAUDE.md for the project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3317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331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194560" y="233172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31720" y="2331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rules read at every start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7889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@file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194560" y="278892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331720" y="2788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 file: @Day-16...\example.py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2461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Shift+Tab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194560" y="324612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331720" y="3246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modes, including plan mode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7033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703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194560" y="370332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331720" y="3703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start when switching tasks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41605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4160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3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194560" y="416052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41605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a long chat, keep key facts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126480" y="14173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09360" y="141732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plan mode whenever a change could touch more than one place.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/clear between unrelated tasks so old context does not leak in.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 loop: plan, approve, edit, review, run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Four-part request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92808" y="2286000"/>
            <a:ext cx="21031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21408" y="18288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21408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mode: no edits yet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57016" y="2286000"/>
            <a:ext cx="21031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785616" y="18288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85616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the plan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21224" y="2286000"/>
            <a:ext cx="21031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449824" y="18288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49824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changes files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85432" y="2286000"/>
            <a:ext cx="210312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114032" y="18288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14032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run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diff, run old and new cases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01752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2999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560320" y="301752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16352" y="2999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412480" y="2743200"/>
            <a:ext cx="0" cy="685800"/>
          </a:xfrm>
          <a:prstGeom prst="line">
            <a:avLst/>
          </a:prstGeom>
          <a:noFill/>
          <a:ln w="22225">
            <a:solidFill>
              <a:srgbClr val="D64550"/>
            </a:solidFill>
            <a:prstDash val="dash"/>
            <a:tailEnd type="triangle"/>
          </a:ln>
        </p:spPr>
      </p:sp>
      <p:sp>
        <p:nvSpPr>
          <p:cNvPr id="26" name="Shape 23"/>
          <p:cNvSpPr/>
          <p:nvPr/>
        </p:nvSpPr>
        <p:spPr>
          <a:xfrm flipH="1">
            <a:off x="1097280" y="3429000"/>
            <a:ext cx="7315200" cy="0"/>
          </a:xfrm>
          <a:prstGeom prst="line">
            <a:avLst/>
          </a:prstGeom>
          <a:noFill/>
          <a:ln w="22225">
            <a:solidFill>
              <a:srgbClr val="D64550"/>
            </a:solidFill>
            <a:prstDash val="dash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2468880" y="34930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right? Say exactly what to revert and go around again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human checkpoints: approve the plan, then review the diff. Skipping either one is how bad changes ship.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request has four parts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08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true afterwards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11680" y="1490472"/>
            <a:ext cx="237744" cy="237744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79192" y="1508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679192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file, which day, which pattern to copy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96512" y="1490472"/>
            <a:ext cx="237744" cy="23774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26864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64024" y="1508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764024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NOT change or be added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81344" y="1490472"/>
            <a:ext cx="237744" cy="237744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11696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48856" y="1508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848856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check, with exact command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66176" y="1490472"/>
            <a:ext cx="237744" cy="237744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74320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283464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@Day-16-Claude-Code-Fundamentals\example.py add a "password" label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tickets that mention password.            &lt;- Goal + Context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VPN and general behavior unchanged.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edit this file.                           &lt;- Constraints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run: uv run python Day-16-Claude-Code-Fundamentals\example.py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show three sample tickets.                 &lt;- Verify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42519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E3E8F2"/>
          </a:solidFill>
          <a:ln w="15875">
            <a:solidFill>
              <a:srgbClr val="3A4A6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asks give wide, unreviewable changes. Specific asks give small ones.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 vs specific: same goal, very different result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"Improve the ticket labeler"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774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rewrite the whole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add a model or a new library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if it worked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is too big to review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password label, keep VPN as is, only this file, run 3 tickets"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606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added 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behavior protected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 known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is easy to review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review a diff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0876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label_ticket(state):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 = state["ticket"].lower()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"vpn" in text: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label = "network"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elif "password" in text: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label = "password"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label = "general"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{"label": label}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(nothing removed: good)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4960" y="141732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32120" y="155448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5564" y="167792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80760" y="1527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four questions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075688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Did it touch only the file I named?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Did it add a library or helper file?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Did it remove anything I wanted to keep?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 I explain every added line?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answer is wrong: reject that part, say why.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CLAUDE.md: the project's standing instructions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429768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087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 (this repo)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One concept, one StateGraph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Direct ollama.chat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ChatOllama, LangChain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classes, ToolNode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shared helpers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Before editing: explain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After editing: run 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41732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4920" y="155448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364" y="167792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527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074920" y="20756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Claude Code reads at every start. It turns your team's rules into defaults.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937760" y="301752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315468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364" y="32781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623560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074920" y="36758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Claude Code may add LangChain or helper files. With it, the rules apply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Walkthrough: the file you will edit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087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langgraph.graph import END, START, StateGraph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label_ticket(state):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state["ticket"].lower()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"vpn" in text: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 = "network"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 = "general"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{"label": label}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graph_builder = StateGraph(dict)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graph_builder.add_node("label_ticket", label_ticket)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graph_builder.add_edge(START, "label_ticket")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graph_builder.add_edge("label_ticket",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graph_builder.compile()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graph.invoke({"ticket": "VPN is disconnected"})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print("Ticket label:", result["label"])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14630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0880" y="2121408"/>
            <a:ext cx="0" cy="374904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852160" y="251460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label_ticket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3172968"/>
            <a:ext cx="0" cy="374904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52160" y="356616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"VPN is disconnected" prints "network"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class: the 120-minute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and what (introduce)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30552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21992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21992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221992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 gemma4:cloud, ollama launch claude, Hello World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03904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95344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95344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895344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mode, permissions, request, diffs (introduce)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77256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68696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6869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568696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edit 20m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plan, edit, review diff, run 3 tickets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50608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42048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42048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242048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T1, T2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15m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to P3, after the safe edit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/context and /diff (introduce)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server, mcp list (introduce)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20m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Share, preview Days 17 to 19, buffer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Day 17 your job: verify and accept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632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checklist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0299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 before any file exists. Tick every box or send it back.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46120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83280" y="1508760"/>
            <a:ext cx="457200" cy="45720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24" y="163220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93192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compare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383280" y="20299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program. Compare the output with what a correct run looks like.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35040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72200" y="1508760"/>
            <a:ext cx="457200" cy="45720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63220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20840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172200" y="20299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Code to attack its own work and show you the output.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3278124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43000" y="3127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94360" y="36758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 and findstr in Command Prompt: right files, no forbidden libraries.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324612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383280" y="3154680"/>
            <a:ext cx="457200" cy="45720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6724" y="3278124"/>
            <a:ext cx="210312" cy="21031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931920" y="3127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3383280" y="36758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decision with evidence. Rejecting with proof is a success.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035040" y="30175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217920" y="30175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never accept 'it works' without seeing the output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ahead: Days 17 to 19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17: Requirements to Design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04288" y="2103120"/>
            <a:ext cx="219456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42032" y="15544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42032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Design to Code to Test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2103120"/>
            <a:ext cx="219456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626864" y="15544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26864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19: Review to Release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73952" y="2103120"/>
            <a:ext cx="219456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711696" y="15544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11696" y="1554480"/>
            <a:ext cx="18288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19: Agents hand work to each other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0175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safety shape in every agent: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model SUGGESTS  -&gt;  plain Python VALIDATES  -&gt;  a human APPROVES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and your assignment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|  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Claude Code as part of the running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the first diff unread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requests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LangChain or helper files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run after an edit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API keys into chat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practice after class (about 45 min)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82880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to move 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T3, P4, C3, C4, M3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/init reflection: two rules for your own projects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Finish the concepts acceptance sheet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Assignment: add a fourth label, printer, using only Claude Code and the four-part request. Submit your request, a screenshot of the diff you accepted, and the four outputs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16 in one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F2A3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now on we specify, review and verify. Claude Code drafts. Your judgment is the product.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148F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= builder. example.py + LangGraph + Ollama = product. Two separate roles.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8FA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ollama launch claude, plan mode, four-part request, read the diff, run old and new cases.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17 - build the Requirements Analyst agent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16 - Claude Code Fundamentals</dc:title>
  <dc:subject>PptxGenJS Presentation</dc:subject>
  <dc:creator>L2 AI Agent Engineering</dc:creator>
  <cp:lastModifiedBy>L2 AI Agent Engineering</cp:lastModifiedBy>
  <cp:revision>1</cp:revision>
  <dcterms:created xsi:type="dcterms:W3CDTF">2026-10-04T16:08:07Z</dcterms:created>
  <dcterms:modified xsi:type="dcterms:W3CDTF">2026-10-04T16:08:07Z</dcterms:modified>
</cp:coreProperties>
</file>