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traces a two-step RAG sequence — deterministic retrieval, then model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8-Human-In-The-Loop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0-Advanced-RA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0-Advanced-RAG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CAPABLE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Engineering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approved evidence first, then generate an answer from it.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8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10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Day-09-RAG-Engineering\example.py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training gives it fluent, confident-sounding answers, but fluency is not evidence — it can't know your company's private, current, or sourceable facts unless you give them to it directly. RAG changes what the model sees: retrieve a piece of approved context, then ask the model to generate using only that context.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 and chunks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material is loaded, cleaned, split into chunks, and labelled before any question is asked — this is ingestion. A good chunk is focused enough to match a question but complete enough to answer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documents carry descriptive fields — ID, title, category, date, access label — that must survive the whole pipeline so an answer can always be traced back to its source.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 and similarity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way to compare a question to a document: turn both into numbers a similarity function can compare. Cosine similarity scores how close two of these lists are — transparent, but it can miss a match using different words (Day 10 addresses this).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retrieval node and the grounded prompt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ordinary application code, not a model decision. The prompt is constrained: use only this article, include this citation.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 and no-match handling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source article gives the answer provenance, but a citation being present is necessary, not sufficient, for trusting it. On a miss, return a fixed fallback rather than letting the model guess.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3131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4274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77740" y="45948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fixed, deterministic keyword matching — only the answer step calls the model.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9: retrieve local text and give it to Ollama."""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import sys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import ollama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from langgraph.graph import END, START, StateGraph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sys.stdout.reconfigure(encoding="utf-8")  # the model may answer with punctuation Command Prompt cannot print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MODEL = "gpt-oss:120b-cloud"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ARTICLES = {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"password": "Reset a password at portal.example/reset.",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"vpn": "For VPN issues, reconnect and enter your company password.",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}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def retrieve(state):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question = state["question"].lower()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context = "No matching article found."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for keyword, article in ARTICLES.items():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    if keyword in question: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         context = article</a:t>
            </a:r>
            <a:endParaRPr lang="en-US" sz="13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3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 return {"question": state["question"], "context": context}</a:t>
            </a:r>
            <a:endParaRPr lang="en-US" sz="133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def answer(state):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    prompt = f"Use only this context: {state['context']}\nQuestion: {state['question']}"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    response = ollama.chat(model=MODEL, messages=[{"role": "user", "content": prompt}])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    return {"answer": response["message"]["content"]}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graph_builder = StateGraph(dict)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graph_builder.add_node("retrieve", retrieve)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graph_builder.add_node("answer", answer)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graph_builder.add_edge(START, "retrieve")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graph_builder.add_edge("retrieve", "answer")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graph_builder.add_edge("answer",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 result = graph.invoke({"question": "How do I reset my password?"})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 print(result["answer"])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Model-backed — Ollama answers using only the retrieved context.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retrieve -&gt; answer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password question and one VPN question.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fixed by keyword rules — the model only writes an answer from the context it's given.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Day-09-RAG-Engineering\example.py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92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Ollama running locally with gpt-oss:120b-cloud available.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MODEL = "gpt-oss:120b-cloud" unchanged.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09  ·  RAG ENGINEERING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input, nodes, route, and output.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the two-step RAG sequence and which step is deterministic.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what a citation is for.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9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10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