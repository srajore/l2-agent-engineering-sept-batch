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6-Workflow-To-Agent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8-Human-In-The-Loop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8-Human-In-The-Loop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State, Memory &amp; Persistence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ID is the key that lets a conversation continue.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6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8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Day-07-State-Memory-Persistence\example.py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Memory &amp; Persistence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extra setup, a graph forgets everything the moment it finishes — the next call starts from nothing. Today's missing piece: one conversation thread can continue exactly where it left off, while a different thread stays isolated, because memory belongs to an application thread, not the model itself.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typed, explicit set of values nodes read and write — a case folder holding messages and flags. It's application data you define, not something hidden inside the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Short-term memory vs. persistence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means saved state gets reloaded for a later turn in the same thread. Persistence is where and how long those checkpoints survive — in-memory storage here only lasts the running process.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checkpointer and thread_id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stores checkpoints while the process runs. thread_id is the stable key identifying one conversation — never reuse one shared ID across different users.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continuity and isolation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 ID: the second call loads the first call's saved values — continuity. Different thread ID: the new call starts with nothing — isolation. get_state(config) inspects any thread's latest saved values directly.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 and side effects, a preview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graph is resumed later, code that ran before the pause can end up running again. This previews the idempotent-action idea Day 8 builds 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2179320"/>
            <a:ext cx="9144" cy="1524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703320"/>
            <a:ext cx="9144" cy="1524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5126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728716" y="20330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69180" y="2362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7774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INVOKED TWICE, SAME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28716" y="50810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541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thread_id links two separate graph.invoke() calls into one continuous conversation.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7: remember values between calls with a thread ID."""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langgraph.checkpoint.memory import InMemorySaver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from typing import TypedDict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# This small state definition lets LangGraph save each value separately.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class MemoryState(TypedDict, total=False):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name: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saved_name: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question: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def remember_name(state):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if state.get("name"):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    return {"saved_name": state["name"]}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return {}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graph_builder = StateGraph(MemoryState)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graph_builder.add_node("remember", remember_name)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graph_builder.add_edge(START, "remember")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graph_builder.add_edge("remember",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 = graph_builder.compile(checkpointer=InMemorySaver())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# The same thread ID continues the same conversation.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settings = {"configurable": {"thread_id": "student-1"}}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graph.invoke({"name": "Asha"}, config=settings)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result = graph.invoke({"question": "What is my name?"}, config=settings)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print("Remembered name:", result["saved_name"])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live model call; the checkpointer is what makes memory possible.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remember -&gt; END, called twice with the same thread 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the node and its registration.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graph is invoked twice.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saves state for the selected thread. Changing the thread ID (not the name) is what breaks continuity.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 fields, the node, and the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state vs. short-term memory vs. persistence.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two thread IDs keep two users' data separate.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7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8  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Four Chatbot Flavors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memory — example_chatbot_no_state.py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checkpointer, so graph.invoke() starts from empty state every call. Introduce yourself, then ask “What is my name?” and the model has no idea — a live demo, not just a printed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— example_chatbot_with_state.py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plus a fixed thread_id. The same running loop now correctly answers “What is my name?” — but that memory disappears the moment the process exits.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— example_chatbot_sqlite.py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 writes every checkpoint to day7_chatbot_memory.db on disk. Stop the script and run it again — the conversation picks up exactly where it left off.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Streamlit UI &amp; Real Replies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chat — example_chatbot_streamlit_ui.py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the compiled graph from example_chatbot_streamlit.py (logic only, no UI code) and renders it with st.chat_input / st.chat_message. It reads the same day7_chatbot_memory.db file, so the terminal chatbot and the browser chatbot share one saved conversation.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flavor now calls a real model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files call ollama.chat(model="gpt-oss:120b-cloud") with the running conversation as messages, so the memory/no-memory contrast shows up as a genuinely right or wrong answer — not a placeholder count.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Try the Chatbots Yourself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compare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chatbot node, three checkpointer choices: none / InMemorySaver / SqliteSaver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example_chatbot_no_state.py — introduce yourself, then ask “What is my name?” — it won’t know.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example_chatbot_with_state.py — the same question now works, because of the checkpointer.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example_chatbot_sqlite.py, type quit, run it again — it still remembers you.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Streamlit UI to chat in a browser instead of the terminal.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files call Ollama live (gpt-oss:120b-cloud), unlike example.py — so wording varies slightly each run; only the memory behavior is guaranteed to repeat.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Day-07-State-Memory-Persistence\example_chatbot_sqlite.py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streamlit run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Day-07-State-Memory-Persistence\example_chatbot_streamlit_ui.py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