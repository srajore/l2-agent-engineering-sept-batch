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58" r:id="rId4"/>
    <p:sldId id="259" r:id="rId5"/>
    <p:sldId id="260" r:id="rId6"/>
    <p:sldId id="261" r:id="rId7"/>
    <p:sldId id="262" r:id="rId8"/>
    <p:sldId id="263" r:id="rId9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8.xml"/><Relationship Id="rId5" Type="http://schemas.openxmlformats.org/officeDocument/2006/relationships/slide" Target="slides/slide19.xml"/><Relationship Id="rId6" Type="http://schemas.openxmlformats.org/officeDocument/2006/relationships/slide" Target="slides/slide20.xml"/><Relationship Id="rId7" Type="http://schemas.openxmlformats.org/officeDocument/2006/relationships/slide" Target="slides/slide21.xml"/><Relationship Id="rId8" Type="http://schemas.openxmlformats.org/officeDocument/2006/relationships/slide" Target="slides/slide22.xml"/><Relationship Id="rId9" Type="http://schemas.openxmlformats.org/officeDocument/2006/relationships/slide" Target="slides/slide23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Day 16 the learners do not write code. They specify, verify and accept.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small markdown files in .claude\rules. Some are scoped by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paste the prompt; Claude Code writes the files; learners read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matters, not pass or fail. Our own test run: 1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SKILL.md in .claude\skills\accept-check.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in CLAUDE-CODE-CONCEPTS.md.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Day 16 versus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patterns the agent must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specification learners give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leave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will not read code, but they must know the correct design so they can spot a wrong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compare the plan with this picture, not with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steps. Emphasise steps 3, 5, 6 and 7 are the learner's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CLAUDE-CODE-PROMPTS.md. Four parts from Day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cheapest review. Make learners send at least one plan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changes every run. The shape must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record Pass or Fail and one line of evidence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code reading. Claude Code attacks its own work and shows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Command Prompt commands. No output from findstr langchain is the good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Rejecting with evidence is the correct and useful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work in pairs. Introduce items get the short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Agent 1: Requirements to Design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agent. You verify it and decide: accept or reject.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job changed from writing code to verifying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correct requirements agent must produce and how it should be built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drive Claude Code, review its plan, test the result and decide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break and accept or reject Agent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Build Agent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requirements analyst. You verify and accept.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job just changed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today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every node by hand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meant: it runs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were typos you made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by typing code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today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 the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means: it is correct and safe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are confident-looking wrong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by specifying and verifying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matters now: knowing what correct looks like, and proving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Agent 1 matters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words cannot be tested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'Quickly', 'secure', 'easy'. Nobody can test them, so they must become questions.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pieces surface late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nobody turned into a story is built wrong, or not at all.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traceability, no proof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story does not point to its source sentence, coverage cannot be shown.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output is Agent 2's input tomorrow. A wrong requirement here is copied into every later step.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1 must do: one input, five outputs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request leave online.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approve or reject the request quickly.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be secure and easy to use.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1031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38328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35808" y="260604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38928" y="260604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0" y="1280160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1280160"/>
            <a:ext cx="3200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(one per action)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865376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0" y="1865376"/>
            <a:ext cx="3200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criteria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450592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0" y="2450592"/>
            <a:ext cx="3200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303580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0" y="3035808"/>
            <a:ext cx="3200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+ non-functional lists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621024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486400" y="3621024"/>
            <a:ext cx="3200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design (after human yes)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3E8F2"/>
          </a:solidFill>
          <a:ln w="15875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check each of the five outputs when the agent runs.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artifacts you will check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3A4A6B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34640" y="137160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971800" y="137160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employee, I want to request leave online, so that I do not need paper forms.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148F82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57200" y="20116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34640" y="201168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2971800" y="201168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 am logged in, when I submit a request, then my manager can see it.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2A31B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57200" y="26517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834640" y="265176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2971800" y="265176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'quickly' mean: 1 hour, 1 day, 1 week?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D64550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32918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/ non-functional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834640" y="329184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2971800" y="329184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manager can approve. NFR: secure sign-in.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16213A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57200" y="39319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834640" y="393192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2971800" y="393192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 points to R1: 'Employees can request leave online.'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correct build is organised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suggests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stories, questions, design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but unreliable.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8152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4612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validates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sentences, checks rules, routes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run.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70448" y="187452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03504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 before the design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1323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81635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91947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66560" y="31089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02259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in a plan or a build: the model both writes the stories AND decides whether they are good. The checking must be plain Python, and it must be able to say no.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should see in Claude Code's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82880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200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508760" y="182880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08760" y="182880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34640" y="182880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834640" y="182880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182880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160520" y="182880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182880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486400" y="1828800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182880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81228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55280" y="1828800"/>
            <a:ext cx="77724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955280" y="1828800"/>
            <a:ext cx="777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234440" y="2103120"/>
            <a:ext cx="27432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560320" y="2103120"/>
            <a:ext cx="27432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3886200" y="2103120"/>
            <a:ext cx="27432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212080" y="2103120"/>
            <a:ext cx="27432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37960" y="2103120"/>
            <a:ext cx="27432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726680" y="2103120"/>
            <a:ext cx="228600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V="1">
            <a:off x="4663440" y="1417320"/>
            <a:ext cx="0" cy="39319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3383280" y="1417320"/>
            <a:ext cx="1280160" cy="0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83464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found, tries &lt; 2: retry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383280" y="1417320"/>
            <a:ext cx="0" cy="393192"/>
          </a:xfrm>
          <a:prstGeom prst="line">
            <a:avLst/>
          </a:prstGeom>
          <a:noFill/>
          <a:ln w="22225">
            <a:solidFill>
              <a:srgbClr val="F2A31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023360" y="3200400"/>
            <a:ext cx="1325880" cy="594360"/>
          </a:xfrm>
          <a:prstGeom prst="roundRect">
            <a:avLst>
              <a:gd name="adj" fmla="val 15385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023360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0" y="2395728"/>
            <a:ext cx="0" cy="78638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4681728" y="2670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tries used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 flipH="1">
            <a:off x="5367528" y="2395728"/>
            <a:ext cx="621792" cy="987552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724144" y="2816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said no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71323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56032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281635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6344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91947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6656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702259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works: specify, build, verify, decide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four-part prompt in plan mode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checklist or send it 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Approve; Claude Code writes my_agent1.py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answer yes, read the output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to A8, record the evidence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attack its own work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 and findstr in Command Prompt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decision with evidence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prompt is the specification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ONE new file my_agent1.py: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LangGraph requirements analyst agent.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requirement -&gt; stories, Given/When/Then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criteria, clarifying questions, short design,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human approval before the design.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interrupt + Command(resume), InMemorySaver.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one file, direct ollama.chat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gpt-oss:120b-cloud, no LangChain, max 2 attempts.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plain Python checks JSON, "As 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given/when/then, every requirement ID traced.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short plan first (under 15 lines).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helpers. Do not edit files yet.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12648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945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1264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97180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12648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37490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12648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4526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paragraph maps to one of the four parts.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review the PLAN, not the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558320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named my_agent1.py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558320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that numbers the sentences R1, R2, R3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step for stories (split by action), criteria, questions, functional and non-functional lists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Python step that validates the output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287505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route limited to 2, and a stop route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287505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pause before the design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59436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533424"/>
            <a:ext cx="193487" cy="19348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LangChain and no extra files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6" name="Text 26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tick a box? Reply with exactly what is missing and ask for a new plan.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what a good run looks like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Clarifying questions for the stakeholder: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How fast is "quickly" for a manager approval?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What does "secure" require (MFA, roles)?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What makes it "easy to use"?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Functional: manager can approve or reject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Non-functional: secure sign-in, fast response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stories: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US-1 (R1): As an employee, I want to submit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leave request online, so that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Given the employee is logged in, when they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submit the form, then it is stored.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US-2 (R2): As a manager, I want to approve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these stories and criteria? (yes/no):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Design ready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0936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vague word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01168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09360" y="201168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tagged R1, R2, R3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265176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09360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each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2918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09360" y="329184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+ non-functional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393192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09360" y="393192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then a design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acceptance tests A1 to A8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stories, criteria and a design appear; status Design ready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09283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09283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09283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09283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R-numbers beside the stories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09283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09283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 and R3 each appear at least once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47573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47573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47573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47573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questions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47573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47573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for quickly, for secure, and for easy to use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85864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285864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285864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285864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story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285864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285864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has a Given / When / Then you could turn into a test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24154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24154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24154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24154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answer no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24154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24154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stopped and NO design is printed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62445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362445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362445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362445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run a different requirement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362445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362445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works; stories trace to R1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400735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457200" y="400735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143000" y="400735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1234440" y="400735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lists printed before approval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206240" y="400735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 txBox="1"/>
          <p:nvPr/>
        </p:nvSpPr>
        <p:spPr>
          <a:xfrm>
            <a:off x="4297680" y="400735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 are both listed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57200" y="439026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 txBox="1"/>
          <p:nvPr/>
        </p:nvSpPr>
        <p:spPr>
          <a:xfrm>
            <a:off x="457200" y="439026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1143000" y="439026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 txBox="1"/>
          <p:nvPr/>
        </p:nvSpPr>
        <p:spPr>
          <a:xfrm>
            <a:off x="1234440" y="439026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R2 (approve or reject)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206240" y="439026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 txBox="1"/>
          <p:nvPr/>
        </p:nvSpPr>
        <p:spPr>
          <a:xfrm>
            <a:off x="4297680" y="439026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stories tagged R2, one per action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break it on purpose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371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validation always fail, run it, show the output, then restore the file.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13248" y="1920240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15000" y="137160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85216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 attempts, then a clear stop. File restored.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578608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94360" y="257860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make the model reply with the text hello (not JSON), run once, then restore.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13248" y="3127248"/>
            <a:ext cx="25603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715000" y="2578608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DDF3EF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852160" y="257860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when: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reported problem and a retry or stop, never a crash.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have to trust that the safety rules work. You can make them fire.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scope checks without reading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Day-17-SDLC-Agent-1-Requirements-Design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Day-17-...\my_agent1.py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/c:"gpt-oss:120b-cloud" Day-17-...\my_agent1.py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/c:"interrupt" Day-17-...\my_agent1.py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9612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only my_agent1.py was added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596128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 at all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96128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one or more lines found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96128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one or more lines found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or reject: the decision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to A8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break-it tests 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scope checks pass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6634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acceptance test fails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break-it test crashes or loops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 check finds LangChain or extra files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messages that work: name the test, quote what you saw, ask for one fix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A3 failed: no question about secure. Fix it and rerun.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8404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check found langchain in my_agent1.py. Remove it and rerun.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94360" y="42062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said it works but did not run it. Run it and show me the output.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Rules and skills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Claude Code features you ask Claude Code to create, then prove. About 30 minutes, after Agent 1 is built and running.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Rules: instructions that load by folder or file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.claude\rules\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66160" y="13716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56616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agent-style.md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paths header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10312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6616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agent-files.md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Day-*/my_*.py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2852928" y="1645920"/>
            <a:ext cx="694944" cy="13716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852928" y="1828800"/>
            <a:ext cx="694944" cy="54864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217920" y="13258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55080" y="1417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20574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55080" y="2148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when a matching file is used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61888" y="164592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961888" y="237744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3278124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4300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vs CLAUDE.md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94360" y="3675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one big file. Rules split instructions into small files, and some load only when needed.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3278124"/>
            <a:ext cx="210312" cy="21031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34924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only guidance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4800600" y="3675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can be read and still not followed. You will measure how often.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rule files you will have Claude Code create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.claude\rules\agent-style.md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(always loaded)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Python file you create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must start with a first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that reads exactly: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AGENT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ollama.chat directly.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Never import LangChain.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One agent per file.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800600" y="14630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.claude\rules\agent-files.md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"Day-*/my_*.py"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Any change to one of these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must end by adding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line comment: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REVIEWED BY RULE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it: are rules obeyed every time?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test run: create a new Python file three times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line: print("hello")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24612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line: # AGENT FILE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82880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03504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line: print("hello")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was loaded: Claude Code could quote it word for word. It was followed in 1 of 3 runs.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40080" y="3291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rules and CLAUDE.md guide Claude Code, they do not guarantee. When something must never be skipped you need enforcement (Day 18: hooks). And you verify either way. Your own number will differ: record it.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Skills: one slash command, same checklist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Day-17-...\my_agent1.py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runs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findstr checks on that file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for each check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 or REJECT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4360" y="283464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accept-check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Run the scope checks on an agent file and print a PASS or FAIL table.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argument-hint: &lt;path to agent file&gt;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scope checks on the file $ARGUMENTS. Do not edit any file.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findstr /i /c:"langchain" $ARGUMENTS    PASS if nothing is printed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findstr /c:"gpt-oss:120b-cloud" $ARGUMENTS    PASS if a line is printed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findstr /c:"interrupt" $ARGUMENTS    PASS if a line is printed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tests: rules and skills (selection)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Restart; ask Claude Code to quote the rules in .claude\rules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quotes both files' rules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three new files; count how many start with # AGENT FILE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number. No pass or fail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 existing my_demo.py in the Day 17 folder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line becomes # REVIEWED BY RULE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on the finished my_agent1.py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PASS and DECISION: ACCEPT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on a file containing import langchain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 and DECISION: REJECT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file before and after the skill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Unchanged: the skill edits nothing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100-minute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artifacts, how a correct build is organised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in plan mode; tick the checklist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2; you run it, answer yes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A2, A3, A5, A7, A8 with evidence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always fails: stops after 2 attempts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R2, R4 and the R3 class poll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/accept-check (S1), run it on your agent (S2)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reject; share; assignment brief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seen in testing, and the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plan without ticking the checklist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'it works' without a 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because the wording differs; check shape and rules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piping adds a space to answers; use Command 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Break-it edits not restored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R5, S3, S4, and the second break-it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Finish both acceptance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Assignment: pick your own two-sentence requirement and have Claude Code run Agent 1 on it. Submit the requirement, your sheet, and one weakness with the fix request you would send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17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 longer write the code. You decide whether the result can be trusted.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requirement in; stories, criteria, questions and design out, with traceability.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review, acceptance tests, break-it prompts, scope checks, accept or reject with evidence.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18 - Agent 2: can you trust AI-written code and tests?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17 - SDLC Agent 1: Requirements to Design</dc:title>
  <dc:subject>PptxGenJS Presentation</dc:subject>
  <dc:creator>L2 AI Agent Engineering</dc:creator>
  <cp:lastModifiedBy>L2 AI Agent Engineering</cp:lastModifiedBy>
  <cp:revision>1</cp:revision>
  <dcterms:created xsi:type="dcterms:W3CDTF">2026-10-04T16:51:11Z</dcterms:created>
  <dcterms:modified xsi:type="dcterms:W3CDTF">2026-10-04T16:51:11Z</dcterms:modified>
</cp:coreProperties>
</file>